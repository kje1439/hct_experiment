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1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5" r:id="rId11"/>
    <p:sldId id="276" r:id="rId12"/>
    <p:sldId id="271" r:id="rId13"/>
    <p:sldId id="272" r:id="rId1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2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19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37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4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91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5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0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7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4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9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91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126FF-1C20-440A-AD1C-AA798928CD1A}" type="datetimeFigureOut">
              <a:rPr lang="ko-KR" altLang="en-US" smtClean="0"/>
              <a:t>2024-08-08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9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030C9CB-12E2-D09F-4440-61267151A79A}"/>
              </a:ext>
            </a:extLst>
          </p:cNvPr>
          <p:cNvSpPr txBox="1"/>
          <p:nvPr/>
        </p:nvSpPr>
        <p:spPr>
          <a:xfrm>
            <a:off x="2690150" y="3866227"/>
            <a:ext cx="1290770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과제에서는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 동안 자신의 심장 박동 수를 세는 것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목표입니다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손목의 맥박이 아닌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주의를 기울이며</a:t>
            </a:r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소리내지 않고 조용히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심장 박동 수를 세어 주셔야 합니다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83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500A9F4-A1F6-1891-5A34-9D16118B4A45}"/>
              </a:ext>
            </a:extLst>
          </p:cNvPr>
          <p:cNvSpPr/>
          <p:nvPr/>
        </p:nvSpPr>
        <p:spPr>
          <a:xfrm>
            <a:off x="5937308" y="5873518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4213000" y="2898760"/>
            <a:ext cx="986199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실험이 시작되면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화면 중앙에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‘+’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표시와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 카운트 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시작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7231574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CF93D6-88AD-07FF-F480-0F8E82049CD5}"/>
              </a:ext>
            </a:extLst>
          </p:cNvPr>
          <p:cNvSpPr/>
          <p:nvPr/>
        </p:nvSpPr>
        <p:spPr>
          <a:xfrm>
            <a:off x="8525838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820104" y="586737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11114370" y="586737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508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3709658" y="2889417"/>
            <a:ext cx="1086868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시간이 지나면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멈추고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심장 박동 수를 키보드로 입력 후 스페이스바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눌러 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8084828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425736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76">
                <a:latin typeface="나눔스퀘어" panose="020B0600000101010101" pitchFamily="50" charset="-127"/>
                <a:ea typeface="나눔스퀘어" panose="020B0600000101010101" pitchFamily="50" charset="-127"/>
              </a:rPr>
              <a:t>숫자입력</a:t>
            </a:r>
            <a:endParaRPr lang="ko-KR" altLang="en-US" sz="1576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6180700" y="596413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CC407-0262-A43A-E02F-AF7B89555D1A}"/>
              </a:ext>
            </a:extLst>
          </p:cNvPr>
          <p:cNvSpPr txBox="1"/>
          <p:nvPr/>
        </p:nvSpPr>
        <p:spPr>
          <a:xfrm>
            <a:off x="7508509" y="6066449"/>
            <a:ext cx="397866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26" dirty="0">
                <a:solidFill>
                  <a:schemeClr val="bg1"/>
                </a:solidFill>
              </a:rPr>
              <a:t>…</a:t>
            </a:r>
            <a:endParaRPr lang="ko-KR" altLang="en-US" sz="2026" dirty="0">
              <a:solidFill>
                <a:schemeClr val="bg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67E68F-FA81-85B3-DA07-ABCFF80FCD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6691"/>
          <a:stretch/>
        </p:blipFill>
        <p:spPr>
          <a:xfrm>
            <a:off x="10943432" y="6274198"/>
            <a:ext cx="1297744" cy="10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8CD92-D558-F2AB-F70D-E01BA80B867F}"/>
              </a:ext>
            </a:extLst>
          </p:cNvPr>
          <p:cNvSpPr txBox="1"/>
          <p:nvPr/>
        </p:nvSpPr>
        <p:spPr>
          <a:xfrm>
            <a:off x="4796492" y="2889417"/>
            <a:ext cx="86950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 다음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입력한 심장 박동 수에 대해 얼마나 확신하는 지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키보드로 응답해주세요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(0-9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8009198" y="5281150"/>
            <a:ext cx="2290384" cy="1500188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90E65B-F6B5-C109-3C50-DDA39547DBF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468952" y="6093841"/>
            <a:ext cx="1310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76C1DB-D0C0-7AA0-BDB6-BBAC658CBC75}"/>
              </a:ext>
            </a:extLst>
          </p:cNvPr>
          <p:cNvSpPr txBox="1"/>
          <p:nvPr/>
        </p:nvSpPr>
        <p:spPr>
          <a:xfrm>
            <a:off x="8162458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D04DC-BE8B-2EC5-D76C-3C4362B7FC96}"/>
              </a:ext>
            </a:extLst>
          </p:cNvPr>
          <p:cNvSpPr txBox="1"/>
          <p:nvPr/>
        </p:nvSpPr>
        <p:spPr>
          <a:xfrm>
            <a:off x="9779272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C26CE0-F817-73AA-9EC5-E5D37A3343FB}"/>
              </a:ext>
            </a:extLst>
          </p:cNvPr>
          <p:cNvCxnSpPr>
            <a:cxnSpLocks/>
          </p:cNvCxnSpPr>
          <p:nvPr/>
        </p:nvCxnSpPr>
        <p:spPr>
          <a:xfrm>
            <a:off x="8501914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CB374E9-AEA3-4DF3-1AA9-EFD61FBD493D}"/>
              </a:ext>
            </a:extLst>
          </p:cNvPr>
          <p:cNvCxnSpPr>
            <a:cxnSpLocks/>
          </p:cNvCxnSpPr>
          <p:nvPr/>
        </p:nvCxnSpPr>
        <p:spPr>
          <a:xfrm>
            <a:off x="9766532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6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884936" y="4385153"/>
            <a:ext cx="65181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그럼 연습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95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743890" y="4481780"/>
            <a:ext cx="8002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8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285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76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A55DE-EDCD-EAF6-3950-889D37635BBE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09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B4292-E44E-8390-7D70-BF17417DA425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458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9043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ADA92-EF4D-E347-9849-9492FDE09482}"/>
              </a:ext>
            </a:extLst>
          </p:cNvPr>
          <p:cNvSpPr txBox="1"/>
          <p:nvPr/>
        </p:nvSpPr>
        <p:spPr>
          <a:xfrm>
            <a:off x="4919127" y="2237881"/>
            <a:ext cx="844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심박수를 키보드로 입력 후 스페이스바를 눌러 주세요</a:t>
            </a:r>
            <a:r>
              <a:rPr lang="en-US" altLang="ko-KR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997946" y="4789557"/>
            <a:ext cx="6292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연습 시행이 완료 되었습니다</a:t>
            </a:r>
            <a:r>
              <a:rPr lang="en-US" altLang="ko-KR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519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304648" y="4020115"/>
            <a:ext cx="767870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 동안 몸의 움직임을 최소화 해주시기 바랍니다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423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3185</TotalTime>
  <Words>191</Words>
  <Application>Microsoft Office PowerPoint</Application>
  <PresentationFormat>사용자 지정</PresentationFormat>
  <Paragraphs>45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나눔스퀘어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정혜윤[ 대학원석사과정재학 / 심리학과 ]</dc:creator>
  <cp:lastModifiedBy>KimYuri</cp:lastModifiedBy>
  <cp:revision>29</cp:revision>
  <dcterms:created xsi:type="dcterms:W3CDTF">2024-05-16T09:27:55Z</dcterms:created>
  <dcterms:modified xsi:type="dcterms:W3CDTF">2024-08-08T06:23:08Z</dcterms:modified>
</cp:coreProperties>
</file>