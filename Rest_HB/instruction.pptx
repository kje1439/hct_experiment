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CBDCB-504D-A4F2-6D81-4B7386E43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9D466C-8C8A-6789-A381-4C7620DB2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390D9A-A2EC-F8C5-4E0D-481E46CD2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3AF48-EFE9-50C4-AEA2-8A5377CBC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74FAC4-048B-628D-C3B7-CF011A088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4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32514-D70A-8960-7088-82157E20E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1A1D14-3BAC-22B4-FC8D-CB595071B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41C07-B0FA-8F25-E68D-28C8C820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DFB82-D658-3E5C-DEA9-CF832FC6D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6F1415-3EFC-2D48-4982-895CB37E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565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99095-570B-88E8-30F1-3418B36EC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6F26D9-96C8-5740-1105-53A372DDB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99235-DC7D-440F-1054-FC532994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C7734E-8E19-351C-6892-8E62F314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3E5EE9-FBE1-8353-D839-EAE740E2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206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AB8E6-CFF2-A7AF-F31F-77218D5D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5C386B-1843-CE76-7348-2F750B336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6F4874-8A19-359F-1CDB-D91844781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7226C9-46E6-C605-AD79-00614756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A4DFE8-10B0-54EF-8A81-BADA4ACA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3CF01F-A9EA-2672-BB84-D3FD936E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33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27636-F4CC-AC06-FCEE-1A616235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7B4FD5-5104-68BA-5AC3-733290C3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C1A3A7-F107-2A3D-806B-A8EE5CF31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FCDB0DD-AD3E-D538-90FA-1B4F61823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C60721-05E0-D22F-9F43-1E07658C02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109330-6362-CD20-4120-F3DECCD1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7B34511-332C-4134-B73C-6B5E5205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B6FF22-4229-0CDE-0ADE-7B2ECDBD4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53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D0C6A-7B9C-83D9-422F-5959E8D2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5687AB-6D08-EA73-FC60-E670ECBC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1BADD3-0131-CF6E-CCB3-0C994B28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D43918-EB71-DFEF-73E3-74D6D594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73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8B5E96-E262-9054-FD56-6FB167BC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4997619-3E42-BFFF-B248-A7C4300B3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08BB7E-E96C-CCBB-E2A3-D38DBBDCE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01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44438-DF2A-BACF-52CF-28043B4D8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93940-01E2-909C-F7CF-5AB018696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8FC7B8-F8B0-4B19-7B78-FBD1A5146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C24A6-4E0E-3398-1C53-1D0621F3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16FC58-4C9D-ADAB-0548-188207CE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9A5BED-6041-93CC-D5CB-38AE60CF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8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D13B2-C7BE-D224-611C-98276506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EE4501B-3EAA-D9A9-3444-908C82284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324C07-E205-22F7-2CA1-67B2395AF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8C2415-B1E7-C346-8CD0-A29D87481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9CB3F9-2F10-BBE3-950F-277BB554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C4DC73-C898-48CE-5A4C-BD76B17B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80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A30FE-02ED-58EE-1D29-B0AA962A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4CCA2A-1F08-A87C-004C-AC92B6D26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F39574-876A-928B-9554-56B18B78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B6DA93-6744-A631-5277-C4A89167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A0C62E-2E64-C41C-56DE-03B9AEB5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39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BFFD8AB-8B37-92C9-DFC4-743CDCDD6C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0B69DC-E3C6-76D5-997D-F40E5256B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D7100F-E658-1314-6912-29C14156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815393-F025-F475-E433-74718512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97451E-B9D3-9A03-BB6F-CFDE4009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795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D3DA22-4093-0639-20CE-3BE06500E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F3F886-178E-CB6F-5139-568CF2D2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3CA765-B9F8-D266-9E27-15EFE593D0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F8C89-9AFA-4CEE-B17D-BCD572CEAAC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E86D63-B2A7-1D41-B9F6-65786502A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675DCC-BC32-0D1C-77B0-626BFB1CD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8290B-6392-4698-95A4-C4F3E5906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33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19B0CD-D749-A628-6B0D-5CE0FA0F85AA}"/>
              </a:ext>
            </a:extLst>
          </p:cNvPr>
          <p:cNvSpPr txBox="1"/>
          <p:nvPr/>
        </p:nvSpPr>
        <p:spPr>
          <a:xfrm>
            <a:off x="0" y="276728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휴식 상태의 </a:t>
            </a:r>
            <a:r>
              <a:rPr lang="en-US" altLang="ko-KR" sz="2000" dirty="0">
                <a:solidFill>
                  <a:schemeClr val="bg1"/>
                </a:solidFill>
              </a:rPr>
              <a:t>EEG </a:t>
            </a:r>
            <a:r>
              <a:rPr lang="ko-KR" altLang="en-US" sz="2000" dirty="0">
                <a:solidFill>
                  <a:schemeClr val="bg1"/>
                </a:solidFill>
              </a:rPr>
              <a:t>촬영을 진행합니다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약 </a:t>
            </a:r>
            <a:r>
              <a:rPr lang="en-US" altLang="ko-KR" sz="2000" dirty="0">
                <a:solidFill>
                  <a:schemeClr val="bg1"/>
                </a:solidFill>
              </a:rPr>
              <a:t>5</a:t>
            </a:r>
            <a:r>
              <a:rPr lang="ko-KR" altLang="en-US" sz="2000" dirty="0">
                <a:solidFill>
                  <a:schemeClr val="bg1"/>
                </a:solidFill>
              </a:rPr>
              <a:t>분간 화면의 십자</a:t>
            </a:r>
            <a:r>
              <a:rPr lang="en-US" altLang="ko-KR" sz="2000" dirty="0">
                <a:solidFill>
                  <a:schemeClr val="bg1"/>
                </a:solidFill>
              </a:rPr>
              <a:t>(+)</a:t>
            </a:r>
            <a:r>
              <a:rPr lang="ko-KR" altLang="en-US" sz="2000" dirty="0">
                <a:solidFill>
                  <a:schemeClr val="bg1"/>
                </a:solidFill>
              </a:rPr>
              <a:t>를 응시하며 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편안한 상태를 유지해주십시오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786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19B0CD-D749-A628-6B0D-5CE0FA0F85AA}"/>
              </a:ext>
            </a:extLst>
          </p:cNvPr>
          <p:cNvSpPr txBox="1"/>
          <p:nvPr/>
        </p:nvSpPr>
        <p:spPr>
          <a:xfrm>
            <a:off x="0" y="316739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 err="1">
                <a:solidFill>
                  <a:schemeClr val="bg1"/>
                </a:solidFill>
              </a:rPr>
              <a:t>심박</a:t>
            </a:r>
            <a:r>
              <a:rPr lang="ko-KR" altLang="en-US" sz="2800" dirty="0">
                <a:solidFill>
                  <a:schemeClr val="bg1"/>
                </a:solidFill>
              </a:rPr>
              <a:t> 탐지 과제</a:t>
            </a:r>
            <a:endParaRPr lang="en-US" altLang="ko-K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0668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19B0CD-D749-A628-6B0D-5CE0FA0F85AA}"/>
              </a:ext>
            </a:extLst>
          </p:cNvPr>
          <p:cNvSpPr txBox="1"/>
          <p:nvPr/>
        </p:nvSpPr>
        <p:spPr>
          <a:xfrm>
            <a:off x="0" y="2967335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bg1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67411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하트 2">
            <a:extLst>
              <a:ext uri="{FF2B5EF4-FFF2-40B4-BE49-F238E27FC236}">
                <a16:creationId xmlns:a16="http://schemas.microsoft.com/office/drawing/2014/main" id="{831D84A8-C619-374B-C689-F300C73F2C00}"/>
              </a:ext>
            </a:extLst>
          </p:cNvPr>
          <p:cNvSpPr/>
          <p:nvPr/>
        </p:nvSpPr>
        <p:spPr>
          <a:xfrm>
            <a:off x="5914103" y="3223079"/>
            <a:ext cx="363793" cy="411842"/>
          </a:xfrm>
          <a:prstGeom prst="hear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84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F34D4B-21CA-FA34-1A9F-EC722F7A8A71}"/>
              </a:ext>
            </a:extLst>
          </p:cNvPr>
          <p:cNvSpPr txBox="1"/>
          <p:nvPr/>
        </p:nvSpPr>
        <p:spPr>
          <a:xfrm>
            <a:off x="0" y="292116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휴식 상태의 </a:t>
            </a:r>
            <a:r>
              <a:rPr lang="en-US" altLang="ko-KR" sz="2000" dirty="0">
                <a:solidFill>
                  <a:schemeClr val="bg1"/>
                </a:solidFill>
              </a:rPr>
              <a:t>EEG </a:t>
            </a:r>
            <a:r>
              <a:rPr lang="ko-KR" altLang="en-US" sz="2000" dirty="0">
                <a:solidFill>
                  <a:schemeClr val="bg1"/>
                </a:solidFill>
              </a:rPr>
              <a:t>촬영이 종료되었습니다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안내자의 다음 안내를 기다려주세요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400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F34D4B-21CA-FA34-1A9F-EC722F7A8A71}"/>
              </a:ext>
            </a:extLst>
          </p:cNvPr>
          <p:cNvSpPr txBox="1"/>
          <p:nvPr/>
        </p:nvSpPr>
        <p:spPr>
          <a:xfrm>
            <a:off x="0" y="2921168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chemeClr val="bg1"/>
                </a:solidFill>
              </a:rPr>
              <a:t>심박</a:t>
            </a:r>
            <a:r>
              <a:rPr lang="ko-KR" altLang="en-US" sz="2000" dirty="0">
                <a:solidFill>
                  <a:schemeClr val="bg1"/>
                </a:solidFill>
              </a:rPr>
              <a:t> 집중 상태의 </a:t>
            </a:r>
            <a:r>
              <a:rPr lang="en-US" altLang="ko-KR" sz="2000" dirty="0">
                <a:solidFill>
                  <a:schemeClr val="bg1"/>
                </a:solidFill>
              </a:rPr>
              <a:t>EEG </a:t>
            </a:r>
            <a:r>
              <a:rPr lang="ko-KR" altLang="en-US" sz="2000" dirty="0">
                <a:solidFill>
                  <a:schemeClr val="bg1"/>
                </a:solidFill>
              </a:rPr>
              <a:t>촬영이 종료되었습니다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  <a:p>
            <a:pPr algn="ctr"/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안내자의 다음 안내를 기다려주세요</a:t>
            </a:r>
            <a:r>
              <a:rPr lang="en-US" altLang="ko-KR" sz="20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232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2DD6E75D-63A1-DF08-71EB-714DF695751F}"/>
              </a:ext>
            </a:extLst>
          </p:cNvPr>
          <p:cNvSpPr/>
          <p:nvPr/>
        </p:nvSpPr>
        <p:spPr>
          <a:xfrm>
            <a:off x="5892164" y="3206115"/>
            <a:ext cx="411481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7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368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나눔스퀘어_ac ExtraBold"/>
        <a:ea typeface="나눔스퀘어_ac ExtraBold"/>
        <a:cs typeface=""/>
      </a:majorFont>
      <a:minorFont>
        <a:latin typeface="나눔스퀘어_ac Bold"/>
        <a:ea typeface="나눔스퀘어_ac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2128</TotalTime>
  <Words>45</Words>
  <Application>Microsoft Office PowerPoint</Application>
  <PresentationFormat>와이드스크린</PresentationFormat>
  <Paragraphs>12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나눔스퀘어_ac Bold</vt:lpstr>
      <vt:lpstr>나눔스퀘어_ac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KimYuri</dc:creator>
  <cp:lastModifiedBy>KimYuri</cp:lastModifiedBy>
  <cp:revision>4</cp:revision>
  <dcterms:created xsi:type="dcterms:W3CDTF">2024-08-05T09:25:09Z</dcterms:created>
  <dcterms:modified xsi:type="dcterms:W3CDTF">2024-08-29T01:25:19Z</dcterms:modified>
</cp:coreProperties>
</file>