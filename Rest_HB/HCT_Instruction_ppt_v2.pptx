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1" r:id="rId3"/>
    <p:sldId id="262" r:id="rId4"/>
    <p:sldId id="263" r:id="rId5"/>
    <p:sldId id="264" r:id="rId6"/>
    <p:sldId id="265" r:id="rId7"/>
    <p:sldId id="267" r:id="rId8"/>
    <p:sldId id="268" r:id="rId9"/>
    <p:sldId id="269" r:id="rId10"/>
    <p:sldId id="275" r:id="rId11"/>
    <p:sldId id="276" r:id="rId12"/>
    <p:sldId id="271" r:id="rId13"/>
    <p:sldId id="272" r:id="rId14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BE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72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19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37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543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91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55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30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7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147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8997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91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126FF-1C20-440A-AD1C-AA798928CD1A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14FF0-3C5B-43CB-9D43-97E6A4108F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39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71600" rtl="0" eaLnBrk="1" latinLnBrk="1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1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1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030C9CB-12E2-D09F-4440-61267151A79A}"/>
              </a:ext>
            </a:extLst>
          </p:cNvPr>
          <p:cNvSpPr txBox="1"/>
          <p:nvPr/>
        </p:nvSpPr>
        <p:spPr>
          <a:xfrm>
            <a:off x="2690150" y="3866227"/>
            <a:ext cx="1290770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과제에서는 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“</a:t>
            </a:r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일정 시간 동안 자신의 심장 박동 수를 세는 것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”</a:t>
            </a:r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목표입니다</a:t>
            </a:r>
            <a:r>
              <a:rPr lang="en-US" altLang="ko-KR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손목의 맥박이 아닌 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“</a:t>
            </a:r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심장 박동</a:t>
            </a:r>
            <a:r>
              <a:rPr lang="en-US" altLang="ko-KR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”</a:t>
            </a:r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주의를 기울이며</a:t>
            </a:r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32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소리내지 않고 조용히</a:t>
            </a:r>
            <a:r>
              <a:rPr lang="ko-KR" altLang="en-US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심장 박동 수를 세어 주셔야 합니다</a:t>
            </a:r>
            <a:r>
              <a:rPr lang="en-US" altLang="ko-KR" sz="3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3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6837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500A9F4-A1F6-1891-5A34-9D16118B4A45}"/>
              </a:ext>
            </a:extLst>
          </p:cNvPr>
          <p:cNvSpPr/>
          <p:nvPr/>
        </p:nvSpPr>
        <p:spPr>
          <a:xfrm>
            <a:off x="5937308" y="5873518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4213000" y="2898760"/>
            <a:ext cx="986199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실험이 시작되면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화면 중앙에 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‘+’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표시와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 카운트 뒤</a:t>
            </a:r>
            <a:r>
              <a:rPr lang="en-US" altLang="ko-KR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800" dirty="0">
              <a:solidFill>
                <a:srgbClr val="FFC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800" dirty="0">
              <a:solidFill>
                <a:srgbClr val="FFC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초록색 원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나타날 것입니다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초록색 원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나타나면 </a:t>
            </a:r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심장 박동 수 세기를 시작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ADAAC63-4996-0E07-255E-2122AC3200E1}"/>
              </a:ext>
            </a:extLst>
          </p:cNvPr>
          <p:cNvSpPr/>
          <p:nvPr/>
        </p:nvSpPr>
        <p:spPr>
          <a:xfrm>
            <a:off x="7231574" y="5873516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8CF93D6-88AD-07FF-F480-0F8E82049CD5}"/>
              </a:ext>
            </a:extLst>
          </p:cNvPr>
          <p:cNvSpPr/>
          <p:nvPr/>
        </p:nvSpPr>
        <p:spPr>
          <a:xfrm>
            <a:off x="8525838" y="5873516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B4640A8-5B3F-F247-50BF-48BDB77E3F2E}"/>
              </a:ext>
            </a:extLst>
          </p:cNvPr>
          <p:cNvSpPr/>
          <p:nvPr/>
        </p:nvSpPr>
        <p:spPr>
          <a:xfrm>
            <a:off x="9820104" y="5867376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F5C148-FC8A-B0F3-DCDA-C6102B1E7546}"/>
              </a:ext>
            </a:extLst>
          </p:cNvPr>
          <p:cNvSpPr/>
          <p:nvPr/>
        </p:nvSpPr>
        <p:spPr>
          <a:xfrm>
            <a:off x="11114370" y="5867374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75087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3709658" y="2889417"/>
            <a:ext cx="1086868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일정 시간이 지나면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빨간색 원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나타날 것입니다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빨간색 원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  <a:r>
              <a:rPr lang="en-US" altLang="ko-KR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)‘ 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표시가 나타나면 </a:t>
            </a:r>
            <a:r>
              <a:rPr lang="ko-KR" altLang="en-US" sz="2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심장 박동 수 세기를 멈추고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지금까지 센 심장 박동 수를 키보드로 입력 후 스페이스바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눌러 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ADAAC63-4996-0E07-255E-2122AC3200E1}"/>
              </a:ext>
            </a:extLst>
          </p:cNvPr>
          <p:cNvSpPr/>
          <p:nvPr/>
        </p:nvSpPr>
        <p:spPr>
          <a:xfrm>
            <a:off x="8084828" y="5957992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B4640A8-5B3F-F247-50BF-48BDB77E3F2E}"/>
              </a:ext>
            </a:extLst>
          </p:cNvPr>
          <p:cNvSpPr/>
          <p:nvPr/>
        </p:nvSpPr>
        <p:spPr>
          <a:xfrm>
            <a:off x="9425736" y="5957992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76">
                <a:latin typeface="나눔스퀘어" panose="020B0600000101010101" pitchFamily="50" charset="-127"/>
                <a:ea typeface="나눔스퀘어" panose="020B0600000101010101" pitchFamily="50" charset="-127"/>
              </a:rPr>
              <a:t>숫자입력</a:t>
            </a:r>
            <a:endParaRPr lang="ko-KR" altLang="en-US" sz="1576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F5C148-FC8A-B0F3-DCDA-C6102B1E7546}"/>
              </a:ext>
            </a:extLst>
          </p:cNvPr>
          <p:cNvSpPr/>
          <p:nvPr/>
        </p:nvSpPr>
        <p:spPr>
          <a:xfrm>
            <a:off x="6180700" y="5964134"/>
            <a:ext cx="1163876" cy="818992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3CC407-0262-A43A-E02F-AF7B89555D1A}"/>
              </a:ext>
            </a:extLst>
          </p:cNvPr>
          <p:cNvSpPr txBox="1"/>
          <p:nvPr/>
        </p:nvSpPr>
        <p:spPr>
          <a:xfrm>
            <a:off x="7508509" y="6066449"/>
            <a:ext cx="397866" cy="40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26" dirty="0">
                <a:solidFill>
                  <a:schemeClr val="bg1"/>
                </a:solidFill>
              </a:rPr>
              <a:t>…</a:t>
            </a:r>
            <a:endParaRPr lang="ko-KR" altLang="en-US" sz="2026" dirty="0">
              <a:solidFill>
                <a:schemeClr val="bg1"/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67E68F-FA81-85B3-DA07-ABCFF80FCD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16691"/>
          <a:stretch/>
        </p:blipFill>
        <p:spPr>
          <a:xfrm>
            <a:off x="10943432" y="6274198"/>
            <a:ext cx="1297744" cy="108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7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28CD92-D558-F2AB-F70D-E01BA80B867F}"/>
              </a:ext>
            </a:extLst>
          </p:cNvPr>
          <p:cNvSpPr txBox="1"/>
          <p:nvPr/>
        </p:nvSpPr>
        <p:spPr>
          <a:xfrm>
            <a:off x="4796492" y="2889417"/>
            <a:ext cx="869500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 다음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입력한 심장 박동 수에 대해 얼마나 확신하는 지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키보드로 응답해주세요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(0-9</a:t>
            </a:r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점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F5C148-FC8A-B0F3-DCDA-C6102B1E7546}"/>
              </a:ext>
            </a:extLst>
          </p:cNvPr>
          <p:cNvSpPr/>
          <p:nvPr/>
        </p:nvSpPr>
        <p:spPr>
          <a:xfrm>
            <a:off x="8009198" y="5281150"/>
            <a:ext cx="2290384" cy="1500188"/>
          </a:xfrm>
          <a:prstGeom prst="roundRect">
            <a:avLst/>
          </a:prstGeom>
          <a:solidFill>
            <a:schemeClr val="tx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schemeClr val="accent3">
                  <a:lumMod val="60000"/>
                  <a:lumOff val="40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190E65B-F6B5-C109-3C50-DDA39547DBF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8468952" y="6093841"/>
            <a:ext cx="13103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276C1DB-D0C0-7AA0-BDB6-BBAC658CBC75}"/>
              </a:ext>
            </a:extLst>
          </p:cNvPr>
          <p:cNvSpPr txBox="1"/>
          <p:nvPr/>
        </p:nvSpPr>
        <p:spPr>
          <a:xfrm>
            <a:off x="8162458" y="5926423"/>
            <a:ext cx="306494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76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endParaRPr lang="ko-KR" altLang="en-US" sz="1576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0D04DC-BE8B-2EC5-D76C-3C4362B7FC96}"/>
              </a:ext>
            </a:extLst>
          </p:cNvPr>
          <p:cNvSpPr txBox="1"/>
          <p:nvPr/>
        </p:nvSpPr>
        <p:spPr>
          <a:xfrm>
            <a:off x="9779272" y="5926423"/>
            <a:ext cx="306494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76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9</a:t>
            </a:r>
            <a:endParaRPr lang="ko-KR" altLang="en-US" sz="1576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AC26CE0-F817-73AA-9EC5-E5D37A3343FB}"/>
              </a:ext>
            </a:extLst>
          </p:cNvPr>
          <p:cNvCxnSpPr>
            <a:cxnSpLocks/>
          </p:cNvCxnSpPr>
          <p:nvPr/>
        </p:nvCxnSpPr>
        <p:spPr>
          <a:xfrm>
            <a:off x="8501914" y="6012989"/>
            <a:ext cx="0" cy="1731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CB374E9-AEA3-4DF3-1AA9-EFD61FBD493D}"/>
              </a:ext>
            </a:extLst>
          </p:cNvPr>
          <p:cNvCxnSpPr>
            <a:cxnSpLocks/>
          </p:cNvCxnSpPr>
          <p:nvPr/>
        </p:nvCxnSpPr>
        <p:spPr>
          <a:xfrm>
            <a:off x="9766532" y="6012989"/>
            <a:ext cx="0" cy="17312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06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5884936" y="4385153"/>
            <a:ext cx="651813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그럼 연습 시행을 시작하겠습니다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준비가 되셨다면 스페이스 바를 눌러주세요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endParaRPr lang="ko-KR" altLang="en-US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9954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743890" y="4481780"/>
            <a:ext cx="80022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+</a:t>
            </a:r>
            <a:endParaRPr lang="ko-KR" altLang="en-US" sz="8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2856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820834" y="4635668"/>
            <a:ext cx="646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endParaRPr lang="ko-KR" altLang="en-US" sz="6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176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5A55DE-EDCD-EAF6-3950-889D37635BBE}"/>
              </a:ext>
            </a:extLst>
          </p:cNvPr>
          <p:cNvSpPr txBox="1"/>
          <p:nvPr/>
        </p:nvSpPr>
        <p:spPr>
          <a:xfrm>
            <a:off x="8820834" y="4635668"/>
            <a:ext cx="646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</a:t>
            </a:r>
            <a:endParaRPr lang="ko-KR" altLang="en-US" sz="6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4090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0B4292-E44E-8390-7D70-BF17417DA425}"/>
              </a:ext>
            </a:extLst>
          </p:cNvPr>
          <p:cNvSpPr txBox="1"/>
          <p:nvPr/>
        </p:nvSpPr>
        <p:spPr>
          <a:xfrm>
            <a:off x="8820834" y="4635668"/>
            <a:ext cx="646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60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458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658134" y="4572189"/>
            <a:ext cx="971740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750" dirty="0">
                <a:solidFill>
                  <a:schemeClr val="accent3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</p:spTree>
    <p:extLst>
      <p:ext uri="{BB962C8B-B14F-4D97-AF65-F5344CB8AC3E}">
        <p14:creationId xmlns:p14="http://schemas.microsoft.com/office/powerpoint/2010/main" val="1790436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1CC299-0731-F41C-9787-D9197F0D8F58}"/>
              </a:ext>
            </a:extLst>
          </p:cNvPr>
          <p:cNvSpPr txBox="1"/>
          <p:nvPr/>
        </p:nvSpPr>
        <p:spPr>
          <a:xfrm>
            <a:off x="8658134" y="4572189"/>
            <a:ext cx="971740" cy="1131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75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EADA92-EF4D-E347-9849-9492FDE09482}"/>
              </a:ext>
            </a:extLst>
          </p:cNvPr>
          <p:cNvSpPr txBox="1"/>
          <p:nvPr/>
        </p:nvSpPr>
        <p:spPr>
          <a:xfrm>
            <a:off x="4919127" y="2237881"/>
            <a:ext cx="8449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지금까지 센 심박수를 키보드로 입력 후 스페이스바를 눌러 주세요</a:t>
            </a:r>
            <a:r>
              <a:rPr lang="en-US" altLang="ko-KR" sz="24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790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5997946" y="4789557"/>
            <a:ext cx="6292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연습 시행이 완료 되었습니다</a:t>
            </a:r>
            <a:r>
              <a:rPr lang="en-US" altLang="ko-KR" sz="40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5196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B77B4B-1A70-78E2-3A89-DC99EEE5C7B4}"/>
              </a:ext>
            </a:extLst>
          </p:cNvPr>
          <p:cNvSpPr txBox="1"/>
          <p:nvPr/>
        </p:nvSpPr>
        <p:spPr>
          <a:xfrm>
            <a:off x="5304648" y="4020115"/>
            <a:ext cx="767870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시행을 시작하겠습니다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실험 동안 몸의 움직임을 최소화 해주시기 바랍니다</a:t>
            </a:r>
            <a:r>
              <a:rPr lang="en-US" altLang="ko-KR" sz="2800" dirty="0">
                <a:solidFill>
                  <a:srgbClr val="FFC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ctr"/>
            <a:endParaRPr lang="en-US" altLang="ko-KR" sz="28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준비가 되셨다면 스페이스 바를 눌러주세요</a:t>
            </a:r>
            <a:r>
              <a:rPr lang="en-US" altLang="ko-KR" sz="28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423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3185</TotalTime>
  <Words>191</Words>
  <Application>Microsoft Office PowerPoint</Application>
  <PresentationFormat>사용자 지정</PresentationFormat>
  <Paragraphs>45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나눔스퀘어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정혜윤[ 대학원석사과정재학 / 심리학과 ]</dc:creator>
  <cp:lastModifiedBy>KimYuri</cp:lastModifiedBy>
  <cp:revision>29</cp:revision>
  <dcterms:created xsi:type="dcterms:W3CDTF">2024-05-16T09:27:55Z</dcterms:created>
  <dcterms:modified xsi:type="dcterms:W3CDTF">2024-08-28T09:58:35Z</dcterms:modified>
</cp:coreProperties>
</file>