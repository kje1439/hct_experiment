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14AAE-F237-76FC-9017-76ED2F684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2FF8FB-AA9C-F0A5-5E3C-004557AD5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A8353E-8F11-D7AA-0D03-15A3B05A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7441B0-46EA-5DD5-6A84-77DA39C06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6F4B78-C506-8F54-1383-6CF325D9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9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A7D82-AD75-8381-A432-9DCB9A4F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FE11EF-06C1-677A-9440-B2D660622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2605F-69A9-6610-2E43-6F508D0A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055A16-229B-3DE4-9C18-7DB03612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5B7950-DF09-FF3D-F299-6C0A4D7A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830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8D064-8C27-30A0-63F3-FFB46ED45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B956E6-EECF-C41C-5F44-984C1FE88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D41B89-057F-AF56-B04A-961FB2037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E70804-84E5-320C-17F2-A8978852F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805EC-E685-76D0-78B5-917AF707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81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E8001-9C45-C19D-68C2-E9CEA6DA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A543C-80FD-EA01-2A8C-CD842C8E71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961115-9BD9-6B3E-AF26-EAEA5EBCC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7C7001-8643-0154-51BE-C61FA582B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E8AAAC-232E-0D2B-8AAD-2D40BA2C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3DF017-492D-B6B4-545B-F770291E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831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9B057-E648-413B-C9F2-8253925D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D77192-63B9-6B94-7B6B-F8E54E5A5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B18B78-3F50-37B2-F211-AFA3ACC1B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81CA12-9D4B-E827-E65B-3CD1DDD93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63EFD7-6936-4B56-21D8-175280037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0CA2F6-DBA8-FF1C-FA92-49AC0E48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F1AA767-3455-2E16-F63A-D4740BCC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A333FC-B334-4819-F1D5-66CBE66D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06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56C0C5-4785-7AA1-C38A-02F9F0E8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9AFADC-4DF6-C920-1BD3-0D9C9311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7F03B9-19D8-A639-6CE8-C1D81516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FC9419-62DC-7480-2A8A-3295A12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23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7682ED-387E-091D-813A-72B1AA2F3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894EE4-847D-7C4F-B7F2-6D43EE29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C7FF0F-ED44-0DBE-FD21-0AB6FDFA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190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DFF94-D4C9-AB4F-7894-EB6B9A2F6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7DDB71-8A03-930E-1702-BEAF3DB16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BE73F3-D634-68F1-A44F-BFEA74956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EFA188-72A0-F144-4B98-273F78B7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EC3101-C0BD-DDEB-11DA-D69BD8D32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8B1B70-AC36-61FB-4497-8313A7229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7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38740-2793-E1F4-90D4-713CB9BFE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0F3DE7-846A-DF7E-2249-097E06B2D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9DACF2-DD8A-B7B2-A6DD-E78AA56BB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E1ADEA-6B78-2784-4297-F0E88CC1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91BD51-F5D9-4AA8-38A7-BB3638E8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694ACE-654E-37E5-A66C-844771AE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96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657D5-5D99-E025-D057-0179F3F54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A7CD08-61CE-346E-8919-369352651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440C1B-D2C0-540A-BDFD-CE884542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C7D92A-7D96-4EA4-784E-1B45D90AE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E4E57D-5E68-F74A-FB93-D4F258FE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565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BBE94D-881F-B986-0A9E-621203115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394FD9-562A-CF62-AF49-1F1E1F47B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40FA6C-BF4F-8CAA-0EED-363C5B82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301896-56E5-9527-C865-D4F0DC4B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A95DCC-10B9-63F5-CFDD-9A02B9EE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84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F6A147-BDA5-4095-114E-5760A68C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C54C0-1950-B11E-6F50-090CC7B32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E7375F-F69A-D636-11F3-3E81C4BB9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357DA-9BA4-4618-B338-5A6B227F4D76}" type="datetimeFigureOut">
              <a:rPr lang="ko-KR" altLang="en-US" smtClean="0"/>
              <a:t>2024-09-12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DC14C5-6BB6-96A0-0B6C-05420A6DD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C387DF-D5EB-D9B2-4BDF-891CC5E7A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AD8C0-1190-431D-87D5-B9DD7FE87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156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E16A64-F9B1-EA03-750C-9CAC9197A62E}"/>
              </a:ext>
            </a:extLst>
          </p:cNvPr>
          <p:cNvSpPr txBox="1"/>
          <p:nvPr/>
        </p:nvSpPr>
        <p:spPr>
          <a:xfrm>
            <a:off x="5133236" y="3198167"/>
            <a:ext cx="1925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명도 탐지 과제</a:t>
            </a:r>
          </a:p>
        </p:txBody>
      </p:sp>
    </p:spTree>
    <p:extLst>
      <p:ext uri="{BB962C8B-B14F-4D97-AF65-F5344CB8AC3E}">
        <p14:creationId xmlns:p14="http://schemas.microsoft.com/office/powerpoint/2010/main" val="3222502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E16A64-F9B1-EA03-750C-9CAC9197A62E}"/>
              </a:ext>
            </a:extLst>
          </p:cNvPr>
          <p:cNvSpPr txBox="1"/>
          <p:nvPr/>
        </p:nvSpPr>
        <p:spPr>
          <a:xfrm>
            <a:off x="2295127" y="1428361"/>
            <a:ext cx="7601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이 과제에서는 </a:t>
            </a:r>
            <a:r>
              <a:rPr lang="en-US" altLang="ko-KR" sz="2000" dirty="0">
                <a:solidFill>
                  <a:schemeClr val="bg1"/>
                </a:solidFill>
              </a:rPr>
              <a:t>“</a:t>
            </a:r>
            <a:r>
              <a:rPr lang="ko-KR" altLang="en-US" sz="2000" dirty="0">
                <a:solidFill>
                  <a:schemeClr val="bg1"/>
                </a:solidFill>
              </a:rPr>
              <a:t>일정 시간 동안 </a:t>
            </a:r>
            <a:r>
              <a:rPr lang="ko-KR" altLang="en-US" sz="2000" dirty="0">
                <a:solidFill>
                  <a:srgbClr val="FFC000"/>
                </a:solidFill>
              </a:rPr>
              <a:t>명도의 변화 횟수</a:t>
            </a:r>
            <a:r>
              <a:rPr lang="ko-KR" altLang="en-US" sz="2000" dirty="0">
                <a:solidFill>
                  <a:schemeClr val="bg1"/>
                </a:solidFill>
              </a:rPr>
              <a:t>를 세는 것</a:t>
            </a:r>
            <a:r>
              <a:rPr lang="en-US" altLang="ko-KR" sz="2000" dirty="0">
                <a:solidFill>
                  <a:schemeClr val="bg1"/>
                </a:solidFill>
              </a:rPr>
              <a:t>”</a:t>
            </a:r>
            <a:r>
              <a:rPr lang="ko-KR" altLang="en-US" sz="2000" dirty="0">
                <a:solidFill>
                  <a:schemeClr val="bg1"/>
                </a:solidFill>
              </a:rPr>
              <a:t>이 목표입니다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아래의 시각 자극을 주의 깊게 관찰하여 명도의 변화를 세어 주시면 됩니다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F46CA57-11A0-8AE4-5E83-A4410360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3015407"/>
            <a:ext cx="812800" cy="82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76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E16A64-F9B1-EA03-750C-9CAC9197A62E}"/>
              </a:ext>
            </a:extLst>
          </p:cNvPr>
          <p:cNvSpPr txBox="1"/>
          <p:nvPr/>
        </p:nvSpPr>
        <p:spPr>
          <a:xfrm>
            <a:off x="3290597" y="1428361"/>
            <a:ext cx="56108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실험이 시작되면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화면 중앙에 </a:t>
            </a:r>
            <a:r>
              <a:rPr lang="en-US" altLang="ko-KR" sz="2000" dirty="0">
                <a:solidFill>
                  <a:schemeClr val="bg1"/>
                </a:solidFill>
              </a:rPr>
              <a:t>‘+’ </a:t>
            </a:r>
            <a:r>
              <a:rPr lang="ko-KR" altLang="en-US" sz="2000" dirty="0">
                <a:solidFill>
                  <a:schemeClr val="bg1"/>
                </a:solidFill>
              </a:rPr>
              <a:t>표시와 </a:t>
            </a:r>
            <a:r>
              <a:rPr lang="en-US" altLang="ko-KR" sz="2000" dirty="0">
                <a:solidFill>
                  <a:schemeClr val="bg1"/>
                </a:solidFill>
              </a:rPr>
              <a:t>3</a:t>
            </a:r>
            <a:r>
              <a:rPr lang="ko-KR" altLang="en-US" sz="2000" dirty="0">
                <a:solidFill>
                  <a:schemeClr val="bg1"/>
                </a:solidFill>
              </a:rPr>
              <a:t>초 카운트 후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 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시각 자극이 나타날 것입니다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5A7C99-510C-A994-0463-717ED91FD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931" y="3400346"/>
            <a:ext cx="7338137" cy="97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41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E16A64-F9B1-EA03-750C-9CAC9197A62E}"/>
              </a:ext>
            </a:extLst>
          </p:cNvPr>
          <p:cNvSpPr txBox="1"/>
          <p:nvPr/>
        </p:nvSpPr>
        <p:spPr>
          <a:xfrm>
            <a:off x="2391298" y="1388128"/>
            <a:ext cx="74094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화면 중앙의 시각 자극을 주의 깊게 관찰하면서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</a:p>
          <a:p>
            <a:pPr algn="ctr"/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해당 시각 자극의 명도가 강해지거나 약해지는 변화의 횟수를 세어주세요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F46CA57-11A0-8AE4-5E83-A4410360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3008215"/>
            <a:ext cx="812800" cy="82718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C62C430-F7FB-AEB7-8BE0-9C53FB7D8B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0" r="-1802" b="3362"/>
          <a:stretch/>
        </p:blipFill>
        <p:spPr>
          <a:xfrm>
            <a:off x="3886200" y="3008215"/>
            <a:ext cx="812800" cy="8199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4746270-3C5F-CCF2-1DF4-B8F7415593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3" r="3419"/>
          <a:stretch/>
        </p:blipFill>
        <p:spPr>
          <a:xfrm>
            <a:off x="4787900" y="3008215"/>
            <a:ext cx="812800" cy="8271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FCDEA9-EDF2-E869-1D40-DC55D9F128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3" r="3419"/>
          <a:stretch/>
        </p:blipFill>
        <p:spPr>
          <a:xfrm>
            <a:off x="6591300" y="3008215"/>
            <a:ext cx="812800" cy="8271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DD99917-5C30-8F53-91DC-9EE7EDB361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0" r="-1802" b="3362"/>
          <a:stretch/>
        </p:blipFill>
        <p:spPr>
          <a:xfrm>
            <a:off x="7493000" y="3008215"/>
            <a:ext cx="812800" cy="8199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71D452D-0C73-BD53-A020-888D5A464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3008215"/>
            <a:ext cx="812800" cy="8271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5D27629-47E6-03F2-A964-C61185CAF6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3" r="3419"/>
          <a:stretch/>
        </p:blipFill>
        <p:spPr>
          <a:xfrm>
            <a:off x="2082800" y="3008215"/>
            <a:ext cx="812800" cy="8271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E67DED5-C518-F3D0-E2E0-39BABA9E44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0" r="-1802" b="3362"/>
          <a:stretch/>
        </p:blipFill>
        <p:spPr>
          <a:xfrm>
            <a:off x="2984500" y="3008215"/>
            <a:ext cx="812800" cy="8199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8CA9767-86D3-9F61-B5B9-CA5712522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100" y="3008215"/>
            <a:ext cx="812800" cy="8271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F32D748-0BEF-315D-AF8D-FA9AC439BB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0" r="-1802" b="3362"/>
          <a:stretch/>
        </p:blipFill>
        <p:spPr>
          <a:xfrm>
            <a:off x="8394700" y="3008215"/>
            <a:ext cx="812800" cy="8199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45F8AC-427C-6DD8-4AF5-A4B1D10D34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3" r="3419"/>
          <a:stretch/>
        </p:blipFill>
        <p:spPr>
          <a:xfrm>
            <a:off x="9296400" y="3008215"/>
            <a:ext cx="812800" cy="827186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25F17D2-E0CD-82D8-DC17-37A10C0008BA}"/>
              </a:ext>
            </a:extLst>
          </p:cNvPr>
          <p:cNvCxnSpPr>
            <a:cxnSpLocks/>
          </p:cNvCxnSpPr>
          <p:nvPr/>
        </p:nvCxnSpPr>
        <p:spPr>
          <a:xfrm>
            <a:off x="1181100" y="4021394"/>
            <a:ext cx="2616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A0A0A26-8DDC-CC5E-4FFE-5FFA1092192F}"/>
              </a:ext>
            </a:extLst>
          </p:cNvPr>
          <p:cNvCxnSpPr>
            <a:cxnSpLocks/>
          </p:cNvCxnSpPr>
          <p:nvPr/>
        </p:nvCxnSpPr>
        <p:spPr>
          <a:xfrm>
            <a:off x="3886200" y="4021394"/>
            <a:ext cx="2616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885613B-19EE-4DDD-6AE9-69B81EFC5827}"/>
              </a:ext>
            </a:extLst>
          </p:cNvPr>
          <p:cNvCxnSpPr>
            <a:cxnSpLocks/>
          </p:cNvCxnSpPr>
          <p:nvPr/>
        </p:nvCxnSpPr>
        <p:spPr>
          <a:xfrm>
            <a:off x="6591710" y="4021394"/>
            <a:ext cx="171409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FC3B2FD-0F2B-F992-B008-E320F8797695}"/>
              </a:ext>
            </a:extLst>
          </p:cNvPr>
          <p:cNvCxnSpPr>
            <a:cxnSpLocks/>
          </p:cNvCxnSpPr>
          <p:nvPr/>
        </p:nvCxnSpPr>
        <p:spPr>
          <a:xfrm>
            <a:off x="8394700" y="4021394"/>
            <a:ext cx="2616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63E33A-A5E0-9609-884C-028BD8B1A8A3}"/>
              </a:ext>
            </a:extLst>
          </p:cNvPr>
          <p:cNvSpPr txBox="1"/>
          <p:nvPr/>
        </p:nvSpPr>
        <p:spPr>
          <a:xfrm>
            <a:off x="3325352" y="4014202"/>
            <a:ext cx="34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8AA3A8-6955-EF53-15FB-210B17534D4D}"/>
              </a:ext>
            </a:extLst>
          </p:cNvPr>
          <p:cNvSpPr txBox="1"/>
          <p:nvPr/>
        </p:nvSpPr>
        <p:spPr>
          <a:xfrm>
            <a:off x="5923935" y="4029914"/>
            <a:ext cx="34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F0BD15-2064-9CF2-7849-74DFC99FCD9E}"/>
              </a:ext>
            </a:extLst>
          </p:cNvPr>
          <p:cNvSpPr txBox="1"/>
          <p:nvPr/>
        </p:nvSpPr>
        <p:spPr>
          <a:xfrm>
            <a:off x="7814596" y="4029914"/>
            <a:ext cx="34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0B19BA-B3AD-74FC-003F-BCCCDBBDEB8E}"/>
              </a:ext>
            </a:extLst>
          </p:cNvPr>
          <p:cNvSpPr txBox="1"/>
          <p:nvPr/>
        </p:nvSpPr>
        <p:spPr>
          <a:xfrm>
            <a:off x="10514850" y="4029914"/>
            <a:ext cx="34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82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E16A64-F9B1-EA03-750C-9CAC9197A62E}"/>
              </a:ext>
            </a:extLst>
          </p:cNvPr>
          <p:cNvSpPr txBox="1"/>
          <p:nvPr/>
        </p:nvSpPr>
        <p:spPr>
          <a:xfrm>
            <a:off x="976661" y="1388128"/>
            <a:ext cx="102387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일정 시간이 지나면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시각 자극이 사라지고 지금까지 센 명도 변화 횟수를 입력하는 화면이 제시됩니다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이 때 키보드를 이용해 지금까지 센 횟수를 입력한 후 스페이스바를 눌러주세요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E6ECC9-BE8E-7264-DB2F-766865830BA0}"/>
              </a:ext>
            </a:extLst>
          </p:cNvPr>
          <p:cNvSpPr/>
          <p:nvPr/>
        </p:nvSpPr>
        <p:spPr>
          <a:xfrm>
            <a:off x="4686587" y="3597434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76">
                <a:latin typeface="나눔스퀘어" panose="020B0600000101010101" pitchFamily="50" charset="-127"/>
                <a:ea typeface="나눔스퀘어" panose="020B0600000101010101" pitchFamily="50" charset="-127"/>
              </a:rPr>
              <a:t>숫자입력</a:t>
            </a:r>
            <a:endParaRPr lang="ko-KR" altLang="en-US" sz="1576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76D22C9-4473-7EB0-1BC2-4F9E7EDA92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16691"/>
          <a:stretch/>
        </p:blipFill>
        <p:spPr>
          <a:xfrm>
            <a:off x="6204283" y="3913640"/>
            <a:ext cx="1297744" cy="108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86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E16A64-F9B1-EA03-750C-9CAC9197A62E}"/>
              </a:ext>
            </a:extLst>
          </p:cNvPr>
          <p:cNvSpPr txBox="1"/>
          <p:nvPr/>
        </p:nvSpPr>
        <p:spPr>
          <a:xfrm>
            <a:off x="3529449" y="1388128"/>
            <a:ext cx="5133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그 다음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입력한 횟수에 대해 얼마나 확신하는 지를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키보드로 응답해주세요</a:t>
            </a:r>
            <a:r>
              <a:rPr lang="en-US" altLang="ko-KR" sz="2000" dirty="0">
                <a:solidFill>
                  <a:schemeClr val="bg1"/>
                </a:solidFill>
              </a:rPr>
              <a:t>. (0-9</a:t>
            </a:r>
            <a:r>
              <a:rPr lang="ko-KR" altLang="en-US" sz="2000" dirty="0">
                <a:solidFill>
                  <a:schemeClr val="bg1"/>
                </a:solidFill>
              </a:rPr>
              <a:t>점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95F1626-3E8C-A51F-D9CF-2BC38F54C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756" y="3152511"/>
            <a:ext cx="2304488" cy="151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0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E16A64-F9B1-EA03-750C-9CAC9197A62E}"/>
              </a:ext>
            </a:extLst>
          </p:cNvPr>
          <p:cNvSpPr txBox="1"/>
          <p:nvPr/>
        </p:nvSpPr>
        <p:spPr>
          <a:xfrm>
            <a:off x="3846826" y="2616368"/>
            <a:ext cx="44983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</a:rPr>
              <a:t>[</a:t>
            </a:r>
            <a:r>
              <a:rPr lang="ko-KR" altLang="en-US" sz="2000" dirty="0">
                <a:solidFill>
                  <a:schemeClr val="bg1"/>
                </a:solidFill>
              </a:rPr>
              <a:t>연습</a:t>
            </a:r>
            <a:r>
              <a:rPr lang="en-US" altLang="ko-KR" sz="2000" dirty="0">
                <a:solidFill>
                  <a:schemeClr val="bg1"/>
                </a:solidFill>
              </a:rPr>
              <a:t>]</a:t>
            </a:r>
          </a:p>
          <a:p>
            <a:pPr algn="ctr"/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준비가 되면 스페이스바를 눌러 시작하세요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4323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나눔스퀘어_ac ExtraBold"/>
        <a:ea typeface="나눔스퀘어_ac ExtraBold"/>
        <a:cs typeface=""/>
      </a:majorFont>
      <a:minorFont>
        <a:latin typeface="나눔스퀘어_ac Bold"/>
        <a:ea typeface="나눔스퀘어_ac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123</Words>
  <Application>Microsoft Office PowerPoint</Application>
  <PresentationFormat>와이드스크린</PresentationFormat>
  <Paragraphs>23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나눔스퀘어</vt:lpstr>
      <vt:lpstr>나눔스퀘어_ac Bold</vt:lpstr>
      <vt:lpstr>나눔스퀘어_ac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KimYuri</dc:creator>
  <cp:lastModifiedBy>KimYuri</cp:lastModifiedBy>
  <cp:revision>1</cp:revision>
  <dcterms:created xsi:type="dcterms:W3CDTF">2024-09-12T02:39:30Z</dcterms:created>
  <dcterms:modified xsi:type="dcterms:W3CDTF">2024-09-12T04:50:42Z</dcterms:modified>
</cp:coreProperties>
</file>